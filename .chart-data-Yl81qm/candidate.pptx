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27ce4280f4ab1" /><Relationship Type="http://schemas.openxmlformats.org/officeDocument/2006/relationships/extended-properties" Target="/docProps/app.xml" Id="R7626614e0f86415d" /><Relationship Type="http://schemas.openxmlformats.org/officeDocument/2006/relationships/officeDocument" Target="/ppt/presentation.xml" Id="Rea7db270cef2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0916726b74f68"/>
  </p:sldMasterIdLst>
  <p:notesMasterIdLst>
    <p:notesMasterId xmlns:r="http://schemas.openxmlformats.org/officeDocument/2006/relationships" r:id="R3b09cf35d326410f"/>
  </p:notesMasterIdLst>
  <p:sldIdLst>
    <p:sldId xmlns:r="http://schemas.openxmlformats.org/officeDocument/2006/relationships" id="256" r:id="Ra635d86ce8e74d2a"/>
    <p:sldId xmlns:r="http://schemas.openxmlformats.org/officeDocument/2006/relationships" id="257" r:id="Rf01be8b1e35743b0"/>
    <p:sldId xmlns:r="http://schemas.openxmlformats.org/officeDocument/2006/relationships" id="258" r:id="Rd6943dedcdbf44fe"/>
    <p:sldId xmlns:r="http://schemas.openxmlformats.org/officeDocument/2006/relationships" id="259" r:id="R31195b076ae64804"/>
    <p:sldId xmlns:r="http://schemas.openxmlformats.org/officeDocument/2006/relationships" id="260" r:id="R0602ed8714ea4a80"/>
    <p:sldId xmlns:r="http://schemas.openxmlformats.org/officeDocument/2006/relationships" id="261" r:id="R66bc51e906bc4543"/>
    <p:sldId xmlns:r="http://schemas.openxmlformats.org/officeDocument/2006/relationships" id="262" r:id="R479aa51635814950"/>
    <p:sldId xmlns:r="http://schemas.openxmlformats.org/officeDocument/2006/relationships" id="263" r:id="R595eb55d0b2a4b13"/>
    <p:sldId xmlns:r="http://schemas.openxmlformats.org/officeDocument/2006/relationships" id="264" r:id="R47c368db87554207"/>
    <p:sldId xmlns:r="http://schemas.openxmlformats.org/officeDocument/2006/relationships" id="265" r:id="Rcf94aa682fb049c7"/>
    <p:sldId xmlns:r="http://schemas.openxmlformats.org/officeDocument/2006/relationships" id="266" r:id="Rc9c68bee9e874f67"/>
    <p:sldId xmlns:r="http://schemas.openxmlformats.org/officeDocument/2006/relationships" id="267" r:id="R5c9842c97b864c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e3f57cd544605" /><Relationship Type="http://schemas.openxmlformats.org/officeDocument/2006/relationships/slideMaster" Target="/ppt/slideMasters/slideMaster1.xml" Id="R8600916726b74f68" /><Relationship Type="http://schemas.openxmlformats.org/officeDocument/2006/relationships/notesMaster" Target="/ppt/notesMasters/notesMaster1.xml" Id="R3b09cf35d326410f" /><Relationship Type="http://schemas.openxmlformats.org/officeDocument/2006/relationships/presProps" Target="/ppt/presProps.xml" Id="Re788f45a33374d2c" /><Relationship Type="http://schemas.openxmlformats.org/officeDocument/2006/relationships/tableStyles" Target="/ppt/tableStyles.xml" Id="Reecceb4912ab4274" /><Relationship Type="http://schemas.openxmlformats.org/officeDocument/2006/relationships/slide" Target="/ppt/slides/slide1.xml" Id="Ra635d86ce8e74d2a" /><Relationship Type="http://schemas.openxmlformats.org/officeDocument/2006/relationships/slide" Target="/ppt/slides/slide2.xml" Id="Rf01be8b1e35743b0" /><Relationship Type="http://schemas.openxmlformats.org/officeDocument/2006/relationships/slide" Target="/ppt/slides/slide3.xml" Id="Rd6943dedcdbf44fe" /><Relationship Type="http://schemas.openxmlformats.org/officeDocument/2006/relationships/slide" Target="/ppt/slides/slide4.xml" Id="R31195b076ae64804" /><Relationship Type="http://schemas.openxmlformats.org/officeDocument/2006/relationships/slide" Target="/ppt/slides/slide5.xml" Id="R0602ed8714ea4a80" /><Relationship Type="http://schemas.openxmlformats.org/officeDocument/2006/relationships/slide" Target="/ppt/slides/slide6.xml" Id="R66bc51e906bc4543" /><Relationship Type="http://schemas.openxmlformats.org/officeDocument/2006/relationships/slide" Target="/ppt/slides/slide7.xml" Id="R479aa51635814950" /><Relationship Type="http://schemas.openxmlformats.org/officeDocument/2006/relationships/slide" Target="/ppt/slides/slide8.xml" Id="R595eb55d0b2a4b13" /><Relationship Type="http://schemas.openxmlformats.org/officeDocument/2006/relationships/slide" Target="/ppt/slides/slide9.xml" Id="R47c368db87554207" /><Relationship Type="http://schemas.openxmlformats.org/officeDocument/2006/relationships/slide" Target="/ppt/slides/slide10.xml" Id="Rcf94aa682fb049c7" /><Relationship Type="http://schemas.openxmlformats.org/officeDocument/2006/relationships/slide" Target="/ppt/slides/slide11.xml" Id="Rc9c68bee9e874f67" /><Relationship Type="http://schemas.openxmlformats.org/officeDocument/2006/relationships/slide" Target="/ppt/slides/slide12.xml" Id="R5c9842c97b86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e28f10bb745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8579619da04b65" /><Relationship Type="http://schemas.openxmlformats.org/officeDocument/2006/relationships/notesMaster" Target="/ppt/notesMasters/notesMaster1.xml" Id="R29304c702f1e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7633c5d2a4ad0" /><Relationship Type="http://schemas.openxmlformats.org/officeDocument/2006/relationships/notesMaster" Target="/ppt/notesMasters/notesMaster1.xml" Id="R3566021c43ca4e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438ecd8cd74730" /><Relationship Type="http://schemas.openxmlformats.org/officeDocument/2006/relationships/notesMaster" Target="/ppt/notesMasters/notesMaster1.xml" Id="R2032bbe8aad9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b688a090a40ef" /><Relationship Type="http://schemas.openxmlformats.org/officeDocument/2006/relationships/notesMaster" Target="/ppt/notesMasters/notesMaster1.xml" Id="R5101df47466741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45b6ee76e4992" /><Relationship Type="http://schemas.openxmlformats.org/officeDocument/2006/relationships/notesMaster" Target="/ppt/notesMasters/notesMaster1.xml" Id="Rfe5361c9b6a0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8f459ed968497b" /><Relationship Type="http://schemas.openxmlformats.org/officeDocument/2006/relationships/notesMaster" Target="/ppt/notesMasters/notesMaster1.xml" Id="Rd22fc4f4b04a4b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9531a71804356" /><Relationship Type="http://schemas.openxmlformats.org/officeDocument/2006/relationships/notesMaster" Target="/ppt/notesMasters/notesMaster1.xml" Id="R1ec54c7e17b940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06bdad11bd4d84" /><Relationship Type="http://schemas.openxmlformats.org/officeDocument/2006/relationships/notesMaster" Target="/ppt/notesMasters/notesMaster1.xml" Id="R31081642376541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4031aa985447cd" /><Relationship Type="http://schemas.openxmlformats.org/officeDocument/2006/relationships/notesMaster" Target="/ppt/notesMasters/notesMaster1.xml" Id="R8dd8f35401214d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0c9a4695b34074" /><Relationship Type="http://schemas.openxmlformats.org/officeDocument/2006/relationships/notesMaster" Target="/ppt/notesMasters/notesMaster1.xml" Id="R42ace4f4e11f4e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9e4aff6fda4e63" /><Relationship Type="http://schemas.openxmlformats.org/officeDocument/2006/relationships/notesMaster" Target="/ppt/notesMasters/notesMaster1.xml" Id="R5f6a36b784624c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524f581ac5475f" /><Relationship Type="http://schemas.openxmlformats.org/officeDocument/2006/relationships/notesMaster" Target="/ppt/notesMasters/notesMaster1.xml" Id="Rb3a5bc07c65e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配图来自公开鸡尾酒数据库 TheCocktailDB（Penicillin）。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统计时间 2026-10：配方 144（经典 135 + 特调 9）、材料 193、配图 110、云函数处理器 34 个、提交 40 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六个模块对应网站一级导航；管理后台含材料、配方、帖子、评论、勘误、用户、设置、备份八个页签。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返回结构化 actions，前端执行；混元为可选（HUNYUAN_API_KEY，默认 hunyuan-lite）。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variants 为 jsonb 字段，单杯最多 20 条；新增 SQL 见 cloud/sql/09-recipe-variants.sql。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上一版：115 款配方、63 张配图、192 种材料；现在：144 / 110 / 193。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四个问题分别对应 imageThumb、CORS、users_phone_key 和本地/云端不同步。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 张表：users、sessions、recipes、ingredients、comments、posts、reports、settings、verify_codes。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验证手段：node --check、无头浏览器 DOM 渲染、伪造数据库的云函数单测、线上 debug 自检。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配图来自 TheCocktailDB（Margarita）。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优先级依据：当前全量 bootstrap、外链图片、无埋点、无分页，是规模上来后最先遇到的三件事。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配图来自 TheCocktailDB（Aperol Spritz）。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88978b0c14c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c54edf93c4a76" /><Relationship Type="http://schemas.openxmlformats.org/officeDocument/2006/relationships/slideLayout" Target="/ppt/slideLayouts/slideLayout1.xml" Id="Rae29a7c8b05e40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9a7c8b05e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87852a86444a6" /><Relationship Type="http://schemas.openxmlformats.org/officeDocument/2006/relationships/image" Target="/ppt/media/image.jpeg" Id="Rcc8f3a0b5b45496e" /><Relationship Type="http://schemas.openxmlformats.org/officeDocument/2006/relationships/notesSlide" Target="/ppt/notesSlides/notesSlide1.xml" Id="Ra802ddf7ebf1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7a635b3f0424b" /><Relationship Type="http://schemas.openxmlformats.org/officeDocument/2006/relationships/notesSlide" Target="/ppt/notesSlides/notesSlide2.xml" Id="R9d276c579cda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b01bde22d4e56" /><Relationship Type="http://schemas.openxmlformats.org/officeDocument/2006/relationships/notesSlide" Target="/ppt/notesSlides/notesSlide3.xml" Id="R7988376d767c4b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897ba45984c62" /><Relationship Type="http://schemas.openxmlformats.org/officeDocument/2006/relationships/notesSlide" Target="/ppt/notesSlides/notesSlide4.xml" Id="R47135cf7c17a40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061b24f44524" /><Relationship Type="http://schemas.openxmlformats.org/officeDocument/2006/relationships/notesSlide" Target="/ppt/notesSlides/notesSlide5.xml" Id="Rdf6c8532ffd44e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6a5ee12e8469f" /><Relationship Type="http://schemas.openxmlformats.org/officeDocument/2006/relationships/chart" Target="/ppt/slides/charts/chart1.xml" Id="R6509d2e70017429a" /><Relationship Type="http://schemas.openxmlformats.org/officeDocument/2006/relationships/notesSlide" Target="/ppt/notesSlides/notesSlide6.xml" Id="R24813fdab97d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7cf1d8c9c43cc" /><Relationship Type="http://schemas.openxmlformats.org/officeDocument/2006/relationships/notesSlide" Target="/ppt/notesSlides/notesSlide7.xml" Id="R2b4ad12ca6ba42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37b95467842ac" /><Relationship Type="http://schemas.openxmlformats.org/officeDocument/2006/relationships/notesSlide" Target="/ppt/notesSlides/notesSlide8.xml" Id="R6fc6f50abcfc43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d591bed84eb5" /><Relationship Type="http://schemas.openxmlformats.org/officeDocument/2006/relationships/notesSlide" Target="/ppt/notesSlides/notesSlide9.xml" Id="R8d696e47460642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113e5c2c4f1a" /><Relationship Type="http://schemas.openxmlformats.org/officeDocument/2006/relationships/image" Target="/ppt/media/image2.jpeg" Id="Rf48bb5bc28a74fb9" /><Relationship Type="http://schemas.openxmlformats.org/officeDocument/2006/relationships/notesSlide" Target="/ppt/notesSlides/notesSlide10.xml" Id="Rcd70ae712dda49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1115315704bc1" /><Relationship Type="http://schemas.openxmlformats.org/officeDocument/2006/relationships/notesSlide" Target="/ppt/notesSlides/notesSlide11.xml" Id="R815f5235082344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2b9bbf391439f" /><Relationship Type="http://schemas.openxmlformats.org/officeDocument/2006/relationships/image" Target="/ppt/media/image3.jpeg" Id="R367b17352a1d4084" /><Relationship Type="http://schemas.openxmlformats.org/officeDocument/2006/relationships/notesSlide" Target="/ppt/notesSlides/notesSlide12.xml" Id="Raaf3633e739e4a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上一版</c:v>
          </c:tx>
          <c:spPr>
            <a:solidFill xmlns:a="http://schemas.openxmlformats.org/drawingml/2006/main">
              <a:srgbClr val="4A4034"/>
            </a:solidFill>
          </c:spPr>
          <c:cat>
            <c:strRef>
              <c:f>'Chart Data'!$A$2:$A$4</c:f>
              <c:strCache>
                <c:ptCount val="3"/>
                <c:pt idx="0">
                  <c:v>配方</c:v>
                </c:pt>
                <c:pt idx="1">
                  <c:v>配图</c:v>
                </c:pt>
                <c:pt idx="2">
                  <c:v>材料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115</c:v>
                </c:pt>
                <c:pt idx="1">
                  <c:v>63</c:v>
                </c:pt>
                <c:pt idx="2">
                  <c:v>192</c:v>
                </c:pt>
              </c:numCache>
            </c:numRef>
          </c:val>
        </c:ser>
        <c:ser>
          <c:idx val="1"/>
          <c:order val="1"/>
          <c:tx>
            <c:v>现在</c:v>
          </c:tx>
          <c:spPr>
            <a:solidFill xmlns:a="http://schemas.openxmlformats.org/drawingml/2006/main">
              <a:srgbClr val="E0A94A"/>
            </a:solidFill>
          </c:spPr>
          <c:cat>
            <c:strRef>
              <c:f>'Chart Data'!$C$2:$C$4</c:f>
              <c:strCache>
                <c:ptCount val="3"/>
                <c:pt idx="0">
                  <c:v>配方</c:v>
                </c:pt>
                <c:pt idx="1">
                  <c:v>配图</c:v>
                </c:pt>
                <c:pt idx="2">
                  <c:v>材料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144</c:v>
                </c:pt>
                <c:pt idx="1">
                  <c:v>110</c:v>
                </c:pt>
                <c:pt idx="2">
                  <c:v>193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2EDE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E292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21D1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t"/>
      <c:overlay val="0"/>
      <c:spPr>
        <a:noFill xmlns:a="http://schemas.openxmlformats.org/drawingml/2006/main"/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A79E92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f3a0b5b45496e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436A-2908-4972-A4D3-7580144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7CCB2-C443-4ED6-9B39-E5E22801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项目进度 · 2026 年 10 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B4D8-7C9C-493D-AD96-8400197F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鸡尾酒法典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138AB-E24C-498E-A56A-AE6E36A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从「能用」到「好用」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FD29A-B306-4251-9D4E-7741E06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251E5-7B11-40EF-8F36-77601E9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8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已经上线，配方、账号、交流、AI 助手都在跑。</a:t>
            </a:r>
          </a:p>
          <a:p xmlns:a="http://schemas.openxmlformats.org/drawingml/2006/main">
            <a:pPr>
              <a:lnSpc>
                <a:spcPct val="18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这一份讲进度、新增内容和下一步。</a:t>
            </a:r>
          </a:p>
        </p:txBody>
      </p:sp>
    </p:spTree>
    <p:extLst>
      <p:ext uri="{BB962C8B-B14F-4D97-AF65-F5344CB8AC3E}">
        <p14:creationId xmlns:p14="http://schemas.microsoft.com/office/powerpoint/2010/main" val="383535018"/>
      </p:ext>
    </p:extLst>
  </p:cSld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FE206-148E-416F-888B-D7B0DC6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BBC9F-78DD-4AFD-BA2D-595DD8C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现在的进度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051E8-5DCF-4D8E-A684-399F41D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B8E47-7D82-4104-A8CD-9FA4CFFC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款配方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345D9-4BD3-4CB3-86FF-2E85935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702D7-79C6-4B9C-8CDA-E6B33BD3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种材料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11E8A-C3D4-4FC8-88C9-FE5A61AF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39B00-EAAA-4959-AA8D-50226260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张配图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9EB65-A2CD-4D1F-8A6D-33CEB7AA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229A8-E275-4983-812A-3E07A4A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个后端接口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5449-BC8D-49C7-BB8D-D4EEC7C1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99587-A4A4-40ED-8035-AFA190C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80000"/>
              </a:lnSpc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网站已经正式上线，手机和电脑都能打开。从第一行代码到现在，累计 40 次改动、约 10,700 行代码，覆盖前后端、数据库、内容与部署。</a:t>
            </a:r>
          </a:p>
        </p:txBody>
      </p:sp>
    </p:spTree>
    <p:extLst>
      <p:ext uri="{BB962C8B-B14F-4D97-AF65-F5344CB8AC3E}">
        <p14:creationId xmlns:p14="http://schemas.microsoft.com/office/powerpoint/2010/main" val="397407495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6D57A-45AB-4C56-8A2E-2496BDA9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功能全景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3D0C-0D5B-413C-B701-A6FF85CB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现在能做什么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C652C-44E3-4F8E-A368-EA666BF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01  配方库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1555-9B49-481C-8E2A-D3387968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144 款经典与特调，支持中英文、译名、外号检索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CF2B-B3DE-42EA-8A31-EB23623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02  我有啥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EC415-B6BA-4D61-B245-8139912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勾材料，按差 1 / 2 / 3 种分档推荐，并给补货建议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D9DB2-D3F2-4275-8A28-90AB0C1A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03  想喝啥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0F799-07CA-418C-9E0E-7DEB48C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28 个口味标签，可叠加筛选，也可随机抽一杯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AEE79-8A2E-4600-9CE7-5324E384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04  每日推荐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E5A81-1A87-43A8-84CD-D867C40A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首页每天四杯，大图卡片左右切换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58E32-4407-4FB5-9C71-541A3C1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05  交流区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415C6-D42D-46F5-841B-7DA2F60E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9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发帖、回帖、点赞、收藏，支持多图与酒款标签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73099-A270-4DAB-95C0-F9A2D11C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06  其他做法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29282-01FC-49A9-A4C7-DFF4B5AE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每杯酒可挂多个用户配方，可点赞、可删除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92680-2079-4CD3-9A70-AFE10CEC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F4A24-3170-4C74-8091-6C80AEC7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再加上评论区、勘误和管理后台，用户侧与管理侧的闭环都跑通了。</a:t>
            </a:r>
          </a:p>
        </p:txBody>
      </p:sp>
    </p:spTree>
    <p:extLst>
      <p:ext uri="{BB962C8B-B14F-4D97-AF65-F5344CB8AC3E}">
        <p14:creationId xmlns:p14="http://schemas.microsoft.com/office/powerpoint/2010/main" val="804822876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6B006-591D-47EE-853D-E4B4871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新功能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79570-B05F-4C1B-82FB-0E2600F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本轮新增一：AI 调酒助手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FFD21-168D-4EF2-BF5A-053A805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5498B-5C9A-4CDD-9323-28D6518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你说一句话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E81BA-75DA-4112-B140-65F02F58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口味、心情，或者手头有什么材料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716CB-3BD4-4A09-A92A-3142B90D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860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26714-0F39-4231-8903-4610ECCD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27A08-BBFE-4A58-9DBA-D7487782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14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识别与打分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DEBB5-69B6-4875-8DDB-EFA4A634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955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认材料、认标签、认情绪，给配方打分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5EE7C-F556-48F0-AD5C-F17834F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860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F9FBB-48F2-435B-8A75-B83EE43D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11DD1-C97A-48B5-B5B4-AE86220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返回动作清单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574EA-1884-4CA7-A14A-DE55C19F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推荐酒 + 要勾的材料 / 要选的标签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D8C6F-1AE5-4DC2-9C40-82BDAC6B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860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23AAB-7A5F-4785-B1AD-D83C350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66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2F1E0-6D67-40C6-BC73-16E20EBD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页面直接执行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4D904-6880-46A7-8BEA-FC2BC70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955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自动勾好材料、选好标签，一键去看结果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786A7-F20A-4F10-8632-0A26EF74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实测效果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36068-5C93-42C7-9D99-5E89C6F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「我只有金酒和柠檬，想喝酸的」识别出金酒、柠檬、酸，推荐灰狗、吉姆雷特、蜂之膝。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41B55-63BC-4416-BF9C-7323D71B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「今天有点累，想喝低度放松的」识别出微醺、独饮，推荐金汤力、威士忌高球、灰狗。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CEC85-9E08-4B5A-A4C4-A431ACF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A7273-FAE3-4708-B771-0A5307B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没配模型也能用：本地规则引擎兜底；配置混元后更懂口语，失败自动回退。</a:t>
            </a:r>
          </a:p>
        </p:txBody>
      </p:sp>
    </p:spTree>
    <p:extLst>
      <p:ext uri="{BB962C8B-B14F-4D97-AF65-F5344CB8AC3E}">
        <p14:creationId xmlns:p14="http://schemas.microsoft.com/office/powerpoint/2010/main" val="140465247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C3ED8-1422-43E2-8436-F2177F92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新功能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5C5E3-C84C-4028-AF48-F87198BA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本轮新增二：同一杯酒的多个做法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CF143-DCC6-47C5-B499-8E9F086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数据结构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FDD53-F5E8-4803-9C31-5492AA9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BF80A-FCE2-47D6-B66A-43373B0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recipes 表的一行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id: negroni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items: [ 经典材料 ]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steps: [ 经典步骤 ]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variants: [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  { 名称、作者、材料、步骤、点赞 }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EE9C7-A62C-4EF7-B62B-A9A25F5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4610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经典配方仍然是主内容，其他人的版本挂在它下面。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发布时自动带入经典材料与步骤，改完就能发。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每个做法可点赞；作者和管理员可删除。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配方卡片上显示「N 种做法」，一眼看出讨论热度。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65A16-0A17-4E4A-96D3-872C6AA6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F1F47-8B08-48D6-ADC9-9A9DEA3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没有另建表：做法以 JSON 数组存在同一行里，查询一杯酒仍然只读一行。</a:t>
            </a:r>
          </a:p>
        </p:txBody>
      </p:sp>
    </p:spTree>
    <p:extLst>
      <p:ext uri="{BB962C8B-B14F-4D97-AF65-F5344CB8AC3E}">
        <p14:creationId xmlns:p14="http://schemas.microsoft.com/office/powerpoint/2010/main" val="593749513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0962A-308A-40CB-984C-D6708664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内容进度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31A3-9606-4EB2-A74E-8A0C0B2B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内容扩充：多 29 款配方、47 张配图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09d2e7001742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3F433-A98F-46B5-B69B-CC71D1A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242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新增 29 款经典鸡尾酒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补齐 18 张缺失配图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修好「只有 emoji」的显示问题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材料库扩充到 193 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263E3-2299-4A06-AB51-2D797F5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9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数据来源：项目内置 seed 数据与云数据库，截至 2026-10。</a:t>
            </a:r>
          </a:p>
        </p:txBody>
      </p:sp>
    </p:spTree>
    <p:extLst>
      <p:ext uri="{BB962C8B-B14F-4D97-AF65-F5344CB8AC3E}">
        <p14:creationId xmlns:p14="http://schemas.microsoft.com/office/powerpoint/2010/main" val="698931204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8F933-EFDE-448B-A206-FF3E0F2D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23B76-0758-4172-8AEB-1E7E0FA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上线后修掉的真实问题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8055"/>
                <a:gridCol w="4104290"/>
                <a:gridCol w="3358055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修法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刷新后图片变回 emoji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云端数据少走一道整理工序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统一经过 normalizeRecipe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新域名连不上云端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跨域头被写了两遍，浏览器判非法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自家域名交给网关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第二个邮箱注册失败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空手机号撞上唯一约束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改成部分唯一索引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后台改完刷新就回滚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只改了本地，没有写数据库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管理端接口全部上云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0C648-543D-4A45-98A7-64ED3D2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ABD3D-9213-43BB-B670-2384471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这些问题都不是功能写错，而是对规则理解不够。修根因，比绕过去更有价值。</a:t>
            </a:r>
          </a:p>
        </p:txBody>
      </p:sp>
    </p:spTree>
    <p:extLst>
      <p:ext uri="{BB962C8B-B14F-4D97-AF65-F5344CB8AC3E}">
        <p14:creationId xmlns:p14="http://schemas.microsoft.com/office/powerpoint/2010/main" val="1584765352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7754A-DCC1-4CD0-9708-B65193C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78688-03B2-44CF-9727-3E45BBE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技术架构与关键取舍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D944-54C2-4623-8433-3C76882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4BF33-8A5E-42C9-B423-9133791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网页（前端）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07BBB-FDBA-4DF0-985E-71BE38E1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原生 HTML / CSS /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2EEC2-A962-4392-85D4-522C871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0CB26-99BD-41A1-AB4B-91D5589A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58923-0168-4F5C-851F-E524955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云函数（后端）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AE9C8-2D92-479B-AE55-C6A28D3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Node.js，34 个接口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A1F8B-D7BE-4CEC-B3F5-95B86A7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ACFA7-AD24-4D43-8573-9B3C0B0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01720-0E63-4069-9516-C719A8A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F12AA-4CCB-430C-BC52-E6A2902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PostgreSQL，9 张表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0E41F-6ABD-4434-BD6F-898DF9EA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744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前端不用框架：文件少、零构建，打开就能改。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权限判断全部在云函数：网页上看到按钮，不等于能改数据。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材料、步骤、做法都用 JSONB：读一杯酒只查一行。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AI 有规则兜底：模型挂了网站照样能用，成本也可控。</a:t>
            </a:r>
          </a:p>
        </p:txBody>
      </p:sp>
    </p:spTree>
    <p:extLst>
      <p:ext uri="{BB962C8B-B14F-4D97-AF65-F5344CB8AC3E}">
        <p14:creationId xmlns:p14="http://schemas.microsoft.com/office/powerpoint/2010/main" val="1900429580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E6051-0A8C-44A1-B6E5-BC6D8B1D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工程质量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74EA-F37C-423D-9BC0-76CCA8C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怎么保证每次改动不出大事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655A7-3692-4DC7-BBDF-C23010D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62E66-FBEF-419D-9176-5B12390F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语法检查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58AD8-4FA6-4F45-B27E-5EA4846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所有改动先过 node --check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4B385-E000-4D7A-A7BB-3FE85908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22452-E0B2-4223-9FCC-2390C151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真实渲染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4F7EC-8D56-4E6E-BE74-D65AE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无头浏览器打开页面，检查 DOM 与报错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1AA6A-673A-45AE-97BB-91C9F3E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FCE6F-0AE4-4C93-8DC9-D2EB64DB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接口测试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047DE-A986-433A-8E8D-E18687E5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假数据库跑一遍增删改与权限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AF605-22E4-49F1-B03F-1C2543AD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BA8AC-6B9A-4E96-8690-F26540B9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上线自检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B19BC-8A88-44A4-8A8F-5898670F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debug 接口逐项检查数据库与邮件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8E928-1614-4D2B-A1CF-0ACA5E03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4F47A-F597-433D-BA8F-ED34F21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规模不大，但每一步都有验证。现在约 10,700 行代码、40 次提交，版本 v21。</a:t>
            </a:r>
          </a:p>
        </p:txBody>
      </p:sp>
    </p:spTree>
    <p:extLst>
      <p:ext uri="{BB962C8B-B14F-4D97-AF65-F5344CB8AC3E}">
        <p14:creationId xmlns:p14="http://schemas.microsoft.com/office/powerpoint/2010/main" val="1502394092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2E95E-560C-4EDC-98BD-9D6D3D6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5B7EF-C531-4C7C-8D2C-E2DA292C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一个用户现在能走完的路径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9E785-E914-45DE-895A-DDB17D74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336A3-DD71-4931-9F62-544B475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B5954-6385-4506-B90D-B3508402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99BB6-955E-4581-BDBF-94F6A6A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打开网站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D6C3F-ECAD-4D6F-A135-3EC0B296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A4E3E-617D-40B3-97A0-6D3E38BF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4488D-4711-4B58-8BAC-810E945D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766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注册或登录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151D7-7FC9-4316-8B8A-F61A25C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4095C-6A30-4B53-AB78-76FBF29C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4761B-8CFE-4916-9860-2520C366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描述口味或勾材料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375CB-756B-4EBA-B4FE-15E7F770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98530-16AD-478F-B1A6-1317156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2FE52-3FE9-45B5-92A9-D651F03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看配方与其他做法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DB332-A084-4893-BAF2-2F36D13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4A21E-410B-4948-91DE-7331BBBF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B0539-7668-4CD6-A6C9-F78E466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收藏、评论、发帖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BF4F3-86D4-4AED-83A4-8C3F5EC1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245C6-3D53-4154-9648-6595CAA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从「逛」到「调」，再到「交流」，整条路径已经闭环。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bb5bc28a74fb9"/>
          <a:srcRect xmlns:a="http://schemas.openxmlformats.org/drawingml/2006/main" l="0" t="13889" r="0" b="13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5334000"/>
            <a:ext cx="1714500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8620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58197-5CDB-4FB4-BA5F-A2944C37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46423-A321-4CD0-AB44-7FD07273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下一步：把技术含量做上去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9308-9B9A-488E-985C-6B09E1B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马上做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CBE70-28D5-465F-9192-4F87A1DC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接口分页，首页不再全量拉数据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图片上对象存储 + CDN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加基础埋点：访问、搜索词、点击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补上用户协议与隐私政策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0F2EA-CE46-4608-BA98-19B314B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240EF-199C-4F85-85C0-BD166D01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全文检索：pg_trgm / tsvector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推荐算法：收藏、点赞、浏览加权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接口限流与防刷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搜索联想与热门搜索词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EBBB4-8582-494F-9BE0-114C941B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长期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F44D7-9B1D-4249-AC7F-67097C4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实时评论：WebSocket 或 SSE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向量检索：pgvector 找相似口味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CI + 错误监控 + 自动备份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小程序 / App 复用同一套接口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9BF53-9871-462E-9D06-2AEC324E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F75B1-6118-402A-9423-41FD0E0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顺序建议：先解决「变慢」和「看不见」，再谈算法。</a:t>
            </a:r>
          </a:p>
        </p:txBody>
      </p:sp>
    </p:spTree>
    <p:extLst>
      <p:ext uri="{BB962C8B-B14F-4D97-AF65-F5344CB8AC3E}">
        <p14:creationId xmlns:p14="http://schemas.microsoft.com/office/powerpoint/2010/main" val="437791193"/>
      </p:ext>
    </p:extLst>
  </p:cSld>
  <mc:AlternateContent xmlns:mc="http://schemas.openxmlformats.org/markup-compatibility/2006">
    <mc:Choice xmlns:p14="http://schemas.microsoft.com/office/powerpoint/2010/main" Requires="p14">
      <p:transition spd="slow" advClick="1">
        <p14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77750-E83D-4B36-9F59-48755A30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90A8C-452F-4A9A-98F5-6637E9A7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现在能用，接下来要更好用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ED47C-0221-414C-B728-4291B5F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25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下一阶段的三件事：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25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更快、更稳、更懂用户。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1E25B-A364-4F77-AB1B-B200A0C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更快：分页、缓存、图片 CDN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更稳：监控、备份、限流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更懂：检索、推荐、AI 对话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b17352a1d4084"/>
          <a:srcRect xmlns:a="http://schemas.openxmlformats.org/drawingml/2006/main" l="0" t="5263" r="0" b="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962150"/>
            <a:ext cx="361950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DE92C-432B-489F-874A-9C49FF0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C6B3E-13FA-4F87-8968-BB046DEB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在线访问：cocktail-d1gk02vdl123a2e05-1490357990.tcloudbaseapp.com</a:t>
            </a:r>
          </a:p>
        </p:txBody>
      </p:sp>
    </p:spTree>
    <p:extLst>
      <p:ext uri="{BB962C8B-B14F-4D97-AF65-F5344CB8AC3E}">
        <p14:creationId xmlns:p14="http://schemas.microsoft.com/office/powerpoint/2010/main" val="881264127"/>
      </p:ext>
    </p:extLst>
  </p:cSld>
  <p:transition spd="slow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2026-10-26T11:02:34.4630000Z</dcterms:created>
  <dcterms:modified xsi:type="dcterms:W3CDTF">2026-10-26T11:02:34.4630000Z</dcterms:modified>
</coreProperties>
</file>