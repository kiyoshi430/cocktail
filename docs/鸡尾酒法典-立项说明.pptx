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c32c40aa74f2e" /><Relationship Type="http://schemas.openxmlformats.org/officeDocument/2006/relationships/extended-properties" Target="/docProps/app.xml" Id="Rff453e7168624cfb" /><Relationship Type="http://schemas.openxmlformats.org/officeDocument/2006/relationships/officeDocument" Target="/ppt/presentation.xml" Id="Rff672f7f7284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e0f2f590514075"/>
  </p:sldMasterIdLst>
  <p:notesMasterIdLst>
    <p:notesMasterId xmlns:r="http://schemas.openxmlformats.org/officeDocument/2006/relationships" r:id="R2bf588d9a0904885"/>
  </p:notesMasterIdLst>
  <p:sldIdLst>
    <p:sldId xmlns:r="http://schemas.openxmlformats.org/officeDocument/2006/relationships" id="256" r:id="Ra1780764c4e84a7b"/>
    <p:sldId xmlns:r="http://schemas.openxmlformats.org/officeDocument/2006/relationships" id="257" r:id="R8d43ad941be44f8f"/>
    <p:sldId xmlns:r="http://schemas.openxmlformats.org/officeDocument/2006/relationships" id="258" r:id="R414c19d25cb343e3"/>
    <p:sldId xmlns:r="http://schemas.openxmlformats.org/officeDocument/2006/relationships" id="259" r:id="Rfeeb1e4805d746cb"/>
    <p:sldId xmlns:r="http://schemas.openxmlformats.org/officeDocument/2006/relationships" id="260" r:id="R21291be5c19049f7"/>
    <p:sldId xmlns:r="http://schemas.openxmlformats.org/officeDocument/2006/relationships" id="261" r:id="R6af4c728e20243cc"/>
    <p:sldId xmlns:r="http://schemas.openxmlformats.org/officeDocument/2006/relationships" id="262" r:id="Rfe8b135e440b4ae1"/>
    <p:sldId xmlns:r="http://schemas.openxmlformats.org/officeDocument/2006/relationships" id="263" r:id="R455ee7f738e242c0"/>
    <p:sldId xmlns:r="http://schemas.openxmlformats.org/officeDocument/2006/relationships" id="264" r:id="Rb4a899451b434b1f"/>
    <p:sldId xmlns:r="http://schemas.openxmlformats.org/officeDocument/2006/relationships" id="265" r:id="Rb503dc1c8b7b4b73"/>
    <p:sldId xmlns:r="http://schemas.openxmlformats.org/officeDocument/2006/relationships" id="266" r:id="Rea27879ca23d43c6"/>
    <p:sldId xmlns:r="http://schemas.openxmlformats.org/officeDocument/2006/relationships" id="267" r:id="R52a139266fd3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458c49f1a4abd" /><Relationship Type="http://schemas.openxmlformats.org/officeDocument/2006/relationships/slideMaster" Target="/ppt/slideMasters/slideMaster1.xml" Id="R76e0f2f590514075" /><Relationship Type="http://schemas.openxmlformats.org/officeDocument/2006/relationships/notesMaster" Target="/ppt/notesMasters/notesMaster1.xml" Id="R2bf588d9a0904885" /><Relationship Type="http://schemas.openxmlformats.org/officeDocument/2006/relationships/presProps" Target="/ppt/presProps.xml" Id="Rdc0bf9531d184161" /><Relationship Type="http://schemas.openxmlformats.org/officeDocument/2006/relationships/tableStyles" Target="/ppt/tableStyles.xml" Id="R2a105f42ebb04767" /><Relationship Type="http://schemas.openxmlformats.org/officeDocument/2006/relationships/slide" Target="/ppt/slides/slide1.xml" Id="Ra1780764c4e84a7b" /><Relationship Type="http://schemas.openxmlformats.org/officeDocument/2006/relationships/slide" Target="/ppt/slides/slide2.xml" Id="R8d43ad941be44f8f" /><Relationship Type="http://schemas.openxmlformats.org/officeDocument/2006/relationships/slide" Target="/ppt/slides/slide3.xml" Id="R414c19d25cb343e3" /><Relationship Type="http://schemas.openxmlformats.org/officeDocument/2006/relationships/slide" Target="/ppt/slides/slide4.xml" Id="Rfeeb1e4805d746cb" /><Relationship Type="http://schemas.openxmlformats.org/officeDocument/2006/relationships/slide" Target="/ppt/slides/slide5.xml" Id="R21291be5c19049f7" /><Relationship Type="http://schemas.openxmlformats.org/officeDocument/2006/relationships/slide" Target="/ppt/slides/slide6.xml" Id="R6af4c728e20243cc" /><Relationship Type="http://schemas.openxmlformats.org/officeDocument/2006/relationships/slide" Target="/ppt/slides/slide7.xml" Id="Rfe8b135e440b4ae1" /><Relationship Type="http://schemas.openxmlformats.org/officeDocument/2006/relationships/slide" Target="/ppt/slides/slide8.xml" Id="R455ee7f738e242c0" /><Relationship Type="http://schemas.openxmlformats.org/officeDocument/2006/relationships/slide" Target="/ppt/slides/slide9.xml" Id="Rb4a899451b434b1f" /><Relationship Type="http://schemas.openxmlformats.org/officeDocument/2006/relationships/slide" Target="/ppt/slides/slide10.xml" Id="Rb503dc1c8b7b4b73" /><Relationship Type="http://schemas.openxmlformats.org/officeDocument/2006/relationships/slide" Target="/ppt/slides/slide11.xml" Id="Rea27879ca23d43c6" /><Relationship Type="http://schemas.openxmlformats.org/officeDocument/2006/relationships/slide" Target="/ppt/slides/slide12.xml" Id="R52a139266fd3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dcfe07679342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915adec1146f8" /><Relationship Type="http://schemas.openxmlformats.org/officeDocument/2006/relationships/notesMaster" Target="/ppt/notesMasters/notesMaster1.xml" Id="Rf57387447c94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6278c4cbe420e" /><Relationship Type="http://schemas.openxmlformats.org/officeDocument/2006/relationships/notesMaster" Target="/ppt/notesMasters/notesMaster1.xml" Id="R420411d54393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727a0850243f5" /><Relationship Type="http://schemas.openxmlformats.org/officeDocument/2006/relationships/notesMaster" Target="/ppt/notesMasters/notesMaster1.xml" Id="Ra15c87e8844d48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eae07567bd47bf" /><Relationship Type="http://schemas.openxmlformats.org/officeDocument/2006/relationships/notesMaster" Target="/ppt/notesMasters/notesMaster1.xml" Id="R3b02d4e5bda8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a171d53374415c" /><Relationship Type="http://schemas.openxmlformats.org/officeDocument/2006/relationships/notesMaster" Target="/ppt/notesMasters/notesMaster1.xml" Id="R6e81df3b10e54b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77d5ff53d4dd9" /><Relationship Type="http://schemas.openxmlformats.org/officeDocument/2006/relationships/notesMaster" Target="/ppt/notesMasters/notesMaster1.xml" Id="R2993002360bd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9a7e38a62c440d" /><Relationship Type="http://schemas.openxmlformats.org/officeDocument/2006/relationships/notesMaster" Target="/ppt/notesMasters/notesMaster1.xml" Id="Rebd259f5ee6c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f73fbc5e0645c6" /><Relationship Type="http://schemas.openxmlformats.org/officeDocument/2006/relationships/notesMaster" Target="/ppt/notesMasters/notesMaster1.xml" Id="R27e9eb9f09da4a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8f358b9a140a5" /><Relationship Type="http://schemas.openxmlformats.org/officeDocument/2006/relationships/notesMaster" Target="/ppt/notesMasters/notesMaster1.xml" Id="Re67829d42d064e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413ea7fb604a94" /><Relationship Type="http://schemas.openxmlformats.org/officeDocument/2006/relationships/notesMaster" Target="/ppt/notesMasters/notesMaster1.xml" Id="R8b82efb9fd9147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6d6508657f460e" /><Relationship Type="http://schemas.openxmlformats.org/officeDocument/2006/relationships/notesMaster" Target="/ppt/notesMasters/notesMaster1.xml" Id="R25879163183f43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41db696f514bd7" /><Relationship Type="http://schemas.openxmlformats.org/officeDocument/2006/relationships/notesMaster" Target="/ppt/notesMasters/notesMaster1.xml" Id="Rafa6dff0b5ab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立项说明。配图来自公开鸡尾酒数据库 TheCocktailDB（金汤力）。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背景来自日常观察与已有调酒类内容的评论区反馈。配图来自 TheCocktailDB（Old Fashioned）。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渠道对比为立项时的定性判断，不是第三方统计。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配图来自 TheCocktailDB（Espresso Martini）。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六个模块对应网站一级导航，互相独立，可分阶段实现。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这是立项时确定的核心差异化功能，也是整个数据结构的出发点。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标签体系共 28 个标签，用户上传配方时也可以自己补充。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权限设计在立项时就确定，避免后期返工。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本期目标以「能真正被别人使用」为验收标准。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原理部分点到为止，重点在「数据集中存、权限在服务端」。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阶段划分与后续实际执行基本一致。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配图来自 TheCocktailDB（Aperol Spritz）。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bd0cab3ab4f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54c856a0e49e3" /><Relationship Type="http://schemas.openxmlformats.org/officeDocument/2006/relationships/slideLayout" Target="/ppt/slideLayouts/slideLayout1.xml" Id="Rd6f707d378c340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f707d378c340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6cbf4a5ff44d0" /><Relationship Type="http://schemas.openxmlformats.org/officeDocument/2006/relationships/image" Target="/ppt/media/image.jpeg" Id="Recd63f7767b84361" /><Relationship Type="http://schemas.openxmlformats.org/officeDocument/2006/relationships/notesSlide" Target="/ppt/notesSlides/notesSlide1.xml" Id="R4c2715554c5643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9f48d66644219" /><Relationship Type="http://schemas.openxmlformats.org/officeDocument/2006/relationships/image" Target="/ppt/media/image2.jpeg" Id="R74b1f05f07de4a87" /><Relationship Type="http://schemas.openxmlformats.org/officeDocument/2006/relationships/notesSlide" Target="/ppt/notesSlides/notesSlide2.xml" Id="R7aca2bd0be964d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7081bb88645f2" /><Relationship Type="http://schemas.openxmlformats.org/officeDocument/2006/relationships/notesSlide" Target="/ppt/notesSlides/notesSlide3.xml" Id="R11db3aa82d3245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e29ee40294e6e" /><Relationship Type="http://schemas.openxmlformats.org/officeDocument/2006/relationships/image" Target="/ppt/media/image3.jpeg" Id="R73c9dd5c4dfd4dce" /><Relationship Type="http://schemas.openxmlformats.org/officeDocument/2006/relationships/notesSlide" Target="/ppt/notesSlides/notesSlide4.xml" Id="Re35249de6c81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4a7dd29d4111" /><Relationship Type="http://schemas.openxmlformats.org/officeDocument/2006/relationships/notesSlide" Target="/ppt/notesSlides/notesSlide5.xml" Id="Re6c6c36166a74b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a8f6eb331455f" /><Relationship Type="http://schemas.openxmlformats.org/officeDocument/2006/relationships/notesSlide" Target="/ppt/notesSlides/notesSlide6.xml" Id="R0d6dcf51f91548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ff7a3835240aa" /><Relationship Type="http://schemas.openxmlformats.org/officeDocument/2006/relationships/notesSlide" Target="/ppt/notesSlides/notesSlide7.xml" Id="R56caa9ec110a41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583f2eba74443" /><Relationship Type="http://schemas.openxmlformats.org/officeDocument/2006/relationships/notesSlide" Target="/ppt/notesSlides/notesSlide8.xml" Id="R94d1e9c48ccf49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970cf463f4293" /><Relationship Type="http://schemas.openxmlformats.org/officeDocument/2006/relationships/notesSlide" Target="/ppt/notesSlides/notesSlide9.xml" Id="R8a8702b6324441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311eb4de453c" /><Relationship Type="http://schemas.openxmlformats.org/officeDocument/2006/relationships/notesSlide" Target="/ppt/notesSlides/notesSlide10.xml" Id="Rd89dbe629d544d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9020903fa4d90" /><Relationship Type="http://schemas.openxmlformats.org/officeDocument/2006/relationships/notesSlide" Target="/ppt/notesSlides/notesSlide11.xml" Id="R1d895835b26643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ca0b7ab964067" /><Relationship Type="http://schemas.openxmlformats.org/officeDocument/2006/relationships/image" Target="/ppt/media/image4.jpeg" Id="R5afa48a43c9c4687" /><Relationship Type="http://schemas.openxmlformats.org/officeDocument/2006/relationships/notesSlide" Target="/ppt/notesSlides/notesSlide12.xml" Id="R51f2af1e3d7f4d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63f7767b84361"/>
          <a:srcRect xmlns:a="http://schemas.openxmlformats.org/drawingml/2006/main" l="9028" t="0" r="9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40586-4EE3-4539-9EA9-B1C2471E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9525">
            <a:solidFill>
              <a:srgbClr val="E0A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30408-22C0-4966-A1F1-7406D96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项目立项说明 · 2026 年 9 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E62D4-7E90-42BD-B39D-54F1247D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9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49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鸡尾酒法典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8B797-81AC-43DF-9859-A8FA241E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在家调酒的第一站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58D5C-840E-457A-A45B-4DD9CDB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9525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F8C11-46CA-4D19-85AB-914FDDE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42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把你手头有的酒，变成今晚能喝的那一杯</a:t>
            </a:r>
          </a:p>
        </p:txBody>
      </p:sp>
    </p:spTree>
    <p:extLst>
      <p:ext uri="{BB962C8B-B14F-4D97-AF65-F5344CB8AC3E}">
        <p14:creationId xmlns:p14="http://schemas.microsoft.com/office/powerpoint/2010/main" val="1460950834"/>
      </p:ext>
    </p:extLst>
  </p:cSld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A3BF6-308F-48F5-942F-96A5642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DBB36-1A46-4A2A-AA3E-887AE0BC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想在家调一杯，通常卡在这三件事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8235D-A57E-4A57-BFD4-70EC383A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09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50000"/>
              </a:lnSpc>
              <a:spcAft>
                <a:spcPts val="2000"/>
              </a:spcAft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不知道从哪杯开始。看别人调很简单，自己上手就无从下手。</a:t>
            </a:r>
          </a:p>
          <a:p xmlns:a="http://schemas.openxmlformats.org/drawingml/2006/main">
            <a:pPr marL="254000" indent="-127000">
              <a:lnSpc>
                <a:spcPct val="150000"/>
              </a:lnSpc>
              <a:spcAft>
                <a:spcPts val="2000"/>
              </a:spcAft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买了酒用不完。一瓶利口酒用两三次就闲置，剩下的不知道还能配什么。</a:t>
            </a:r>
          </a:p>
          <a:p xmlns:a="http://schemas.openxmlformats.org/drawingml/2006/main">
            <a:pPr marL="254000" indent="-127000">
              <a:lnSpc>
                <a:spcPct val="150000"/>
              </a:lnSpc>
              <a:spcAft>
                <a:spcPts val="2000"/>
              </a:spcAft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配方找不到。看过、收藏过，真要调的时候翻不出来。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A7840-9E38-4D30-AD59-55717B55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39E3-FB90-41E5-AC2B-13F25929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缺的不是配方，而是一个「以我手头的材料为中心」的工具。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1f05f07de4a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1866900"/>
            <a:ext cx="422910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7187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82D28-40F8-414C-B464-E1987F1A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E187F-1860-4743-9201-D09058B2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现有渠道帮不上这几个忙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678936"/>
                <a:gridCol w="4977384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渠道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做得好的地方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缺的是什么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短视频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直观，看着就想动手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看完就忘，没法按手头材料筛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社交平台帖子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有真实经验分享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信息零散，配方不成体系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配方书、小程序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内容体系完整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很少考虑「我手上只有这些」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搜索引擎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什么都能搜到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同名配方差异大，比例不敢信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DC802-389B-4670-9F07-06FB6AC2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96D0A-BD14-4F90-A08A-6F920626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机会点很清楚：让用户从「我有什么」出发，而不是从「有哪些名酒」出发。</a:t>
            </a:r>
          </a:p>
        </p:txBody>
      </p:sp>
    </p:spTree>
    <p:extLst>
      <p:ext uri="{BB962C8B-B14F-4D97-AF65-F5344CB8AC3E}">
        <p14:creationId xmlns:p14="http://schemas.microsoft.com/office/powerpoint/2010/main" val="663919355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8629C-644D-4FEA-9474-63E66DC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项目定义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E3E8B-A5FC-4019-A709-6AADEA57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项目题目与定位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EF4EF-94A3-446A-B302-4DF156DE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28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项目名称：鸡尾酒法典（备用名：今晚喝什么）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一句话定位：把你手头有的酒，变成今晚能喝的那一杯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目标用户：在家调酒的新手，以及买了酒不知道怎么用的人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呈现形态：手机优先的网页，打开就能用，不用下载 App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9dd5c4dfd4dce"/>
          <a:srcRect xmlns:a="http://schemas.openxmlformats.org/drawingml/2006/main" l="0" t="4327" r="0" b="4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905000"/>
            <a:ext cx="39624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952AB-7DA1-46B6-8672-330527B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769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先做网页，跑通后再考虑小程序。</a:t>
            </a:r>
          </a:p>
        </p:txBody>
      </p:sp>
    </p:spTree>
    <p:extLst>
      <p:ext uri="{BB962C8B-B14F-4D97-AF65-F5344CB8AC3E}">
        <p14:creationId xmlns:p14="http://schemas.microsoft.com/office/powerpoint/2010/main" val="1472787965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AEB25-0F76-4C72-83D9-8FEA0F2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功能规划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912AD-EA03-4D7E-B587-6B109B9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主要功能：六个模块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BE121-C275-4935-AA6D-D8123102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01  配方库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38C6F-3CEE-4AD9-839A-E535FA7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经典与特调分开，写清材料、比例、步骤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342E4-55CD-47D3-9743-B6BE5E1F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02  我有啥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D053F-243F-4EAB-AB0E-AF41968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勾选手头材料，按差几种分档推荐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C2230-3C67-4B13-8214-3523BB4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03  想喝啥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B1DA3-437B-46D6-8BB4-B7384C72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按口味标签筛选，也可以随机抽一杯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9B7AC-3E27-4C5F-8C83-D2D31A78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04  每日推荐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B8203-A5A3-42BC-BD9A-E441F23B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首页每天推四杯，大图左右切换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7A0A6-8E54-418A-97CB-6027556D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0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05  交流区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7C944-19FF-482D-AE6F-6CE5B55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发帖、回帖、点赞、收藏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EC6EC-C69A-41C1-9410-C087148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06  评论与勘误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17D41-CC10-40CD-BC5A-B697B18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每杯酒可讨论，配方有错能报</a:t>
            </a:r>
          </a:p>
        </p:txBody>
      </p:sp>
    </p:spTree>
    <p:extLst>
      <p:ext uri="{BB962C8B-B14F-4D97-AF65-F5344CB8AC3E}">
        <p14:creationId xmlns:p14="http://schemas.microsoft.com/office/powerpoint/2010/main" val="1554660697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89D05-725A-4BEE-95C5-6A583798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功能细节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F5207-CF30-4523-9D0E-A83F237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核心功能一：按手头的材料找酒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AA5EC-7C6B-49F3-8098-22404A61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52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65DB7-1A9A-4FC5-B967-7A64A36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勾选材料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9071E-ED23-40C9-9ECA-E15AB884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勾出手头有的那几样材料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1DFD2-4BC7-4E68-B158-6753E83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765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FFC10-7913-41AB-AE96-F9A9CA2E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2952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2FF41-BF66-408A-81E2-B9336CA6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逐杯比对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564FA-C365-44AE-AABD-5D1B0C8F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每款配方缺哪一味，一眼看得到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9F86A-E766-4158-A2BF-E8D5FB30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30AB8-3C70-4AB8-A2B0-64277CB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2952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EAF0D-8F90-4A18-A6EB-E8195F53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分三档给出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9A7DD-AF9A-408B-A444-0265D8D1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现在能调 / 差一种 / 差两种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2394A-05F4-433A-B15F-11145B0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E060F-B4E6-40C6-84D7-ED5FC2E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再加一条补货建议：买哪一瓶，能多解锁几杯酒。</a:t>
            </a:r>
          </a:p>
        </p:txBody>
      </p:sp>
    </p:spTree>
    <p:extLst>
      <p:ext uri="{BB962C8B-B14F-4D97-AF65-F5344CB8AC3E}">
        <p14:creationId xmlns:p14="http://schemas.microsoft.com/office/powerpoint/2010/main" val="1033434733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06760-52F6-45DB-AB0B-DD9A4A0E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功能细节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E1641-6ADE-41BA-B722-3DD5F58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核心功能二：用口味标签选酒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AAE38-D1E2-469E-A565-2E28137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不想研究配方，只想喝点酸的、带气泡的，可以直接点标签。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标签分五个维度，互相可以叠加，也可随时清空。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拿不定主意时，让系统在符合条件的酒里随机抽一杯。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CD404-0D59-4706-A174-170550F5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336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口味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45EC3-1931-4698-9DDF-AE8134A0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甜、酸、苦、涩、咸、辣、果香、奶香、咖啡、草本、烟熏、清爽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BF6FC-33B6-4B09-AA66-38D03C2A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口感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B6C78-E007-4A15-BB53-E7A9AC2F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气泡、浓郁、绵密、冰沙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2451E-FFF2-4E4A-953D-D6A29C9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长度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C0D37-6153-4834-A8CB-1E0A8F8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长饮、短饮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1AF25-FB9A-4C23-A0F0-0A1E2C97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酒感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6BFEC-A2BA-4D5C-A767-7846C0B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无酒精、微醺、中等、烈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A8E52-086A-408B-841C-1A95F343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场合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D6E91-135C-4319-BF36-3D893D43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餐前、餐后、派对、独饮、夏日、冬日</a:t>
            </a:r>
          </a:p>
        </p:txBody>
      </p:sp>
    </p:spTree>
    <p:extLst>
      <p:ext uri="{BB962C8B-B14F-4D97-AF65-F5344CB8AC3E}">
        <p14:creationId xmlns:p14="http://schemas.microsoft.com/office/powerpoint/2010/main" val="280009954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ACE84-5103-4F03-BAAE-4AE1D6F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用户与权限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B49AC-78AC-468C-AEDB-2E9376B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谁在用，各自能做什么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1803400"/>
                <a:gridCol w="1803400"/>
                <a:gridCol w="180340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能做到什么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注册用户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浏览配方、材料、评论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收藏配方、记录自己的材料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发布配方、发帖评论点赞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提交配方勘误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维护材料库、审核内容、管理用户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E12B9-D3F9-43DA-9827-BF82D9D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权限判断放在云端，网页上看到按钮不等于能改数据。</a:t>
            </a:r>
          </a:p>
        </p:txBody>
      </p:sp>
    </p:spTree>
    <p:extLst>
      <p:ext uri="{BB962C8B-B14F-4D97-AF65-F5344CB8AC3E}">
        <p14:creationId xmlns:p14="http://schemas.microsoft.com/office/powerpoint/2010/main" val="659411988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9FC69-9EA8-46FE-9154-0F27802B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本期目标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7B456-EBF8-4007-B294-570DEBA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预期实现的功能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EBACA-20BB-4DE9-8D6F-240A2CC6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本期要做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F55AF-9E83-44AB-96A1-C0EC5FA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邮箱注册与登录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上传配方（图片、材料、步骤、标签）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中英文名、译名、外号、拼音都能搜到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评论、点赞、收藏、勘误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管理员维护材料库与审核内容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EBF7D-1D0F-42A6-B938-4CE7953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 b="1">
                <a:solidFill>
                  <a:srgbClr val="A79E9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79E92"/>
                </a:solidFill>
                <a:latin typeface="Noto Serif SC"/>
                <a:ea typeface="Noto Serif SC"/>
                <a:cs typeface="Noto Serif SC"/>
              </a:rPr>
              <a:t>有余力再做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34BF6-01B3-42F5-B869-8995A7D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帖子自动审核，减少人工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给配方挂教学视频链接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微信、QQ 登录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打包成小程序版本</a:t>
            </a:r>
          </a:p>
        </p:txBody>
      </p:sp>
    </p:spTree>
    <p:extLst>
      <p:ext uri="{BB962C8B-B14F-4D97-AF65-F5344CB8AC3E}">
        <p14:creationId xmlns:p14="http://schemas.microsoft.com/office/powerpoint/2010/main" val="1171719907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48826-529B-4820-BF4A-AA34772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技术方案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6EF44-D86C-4E56-9592-F357DCC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技术路线：三句话讲完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0F4B8-478B-4F14-81E2-BBAE49D3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DC3F0-72E8-4503-BF72-C8F42BD5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网页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36805-13FE-4B9C-9217-28000CE2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负责显示，手机电脑都能打开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52C2F-E5DD-444C-B325-FCD690FC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CD073-2C87-40EA-BE6B-723E8956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36421-9BF2-4833-AFB2-9DEEEAF8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AB6A3-C0DF-42CE-B442-ED317A1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负责判断权限和读写数据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7BA65-DA3B-4040-8011-2D05DBD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47F80-BD18-4B3E-B939-E029424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383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DF5E5-4CD7-4095-AC59-E0071AB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2D4A3-4A76-4255-84D7-E5007DBB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把内容集中存起来，所有人看到同一份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23900" y="3867150"/>
          <a:ext xmlns:a="http://schemas.openxmlformats.org/drawingml/2006/main" cx="107442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29000"/>
                <a:gridCol w="502920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用什么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网页技术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HTML、CSS、JavaScript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基础通用，不依赖框架，好维护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后端与数据库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云开发的云函数 + 数据库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不用自备服务器，按需付费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邮箱 + 验证码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个人开发者就能做通，成本低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351607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3A490-852C-411C-8FAF-B66B2B9D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8FB42-D877-4DE8-A792-1764284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实施计划：分五步走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59D33-7D3C-4E94-A3AA-84E8C0E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3E5FE-AAD6-4EC5-A6C4-EF3B15DB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7659F-0BE0-42F4-893E-4EEE8AA0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5EBE2-446C-4296-9F3B-FC1DA6D9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把配方库和「我有啥」跑通，先确认值得做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F7CC9-46F7-4CB8-A6B9-2F4E9C39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0C1BE-C22D-4861-B4F9-4DDC33D4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内容与体验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68DE2-56C0-4CB1-9E10-341DDA2B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扩充配方材料，配图，做标签与手机适配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05835-E31F-47E6-86F3-6B57B3A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91B37-1158-49CF-AC34-54E70B2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上云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E0D40-D589-4EE3-9E4D-839E78B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建数据库、写后端接口，数据集中到云端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53781-FB13-45ED-B96C-D0D1C69E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2BEB9-9C4D-48F2-A779-81B1C8F2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账号体系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0610F-A8AA-4CB6-9193-A709276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注册登录、权限区分、后台管理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C449D-1EE7-42F9-AC99-0AD98832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5FF01-A8CA-4EC2-9319-CE5B7990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上线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54D33-E391-491F-BD12-0A2F83E2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部署到线上，让朋友先用起来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9F900-2BEF-488E-B9D6-BD1237DC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B59EA-51A8-409B-9FB3-64FAF59A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每一步都以「能被别人用起来」为验收标准，先跑通再优化。</a:t>
            </a:r>
          </a:p>
        </p:txBody>
      </p:sp>
    </p:spTree>
    <p:extLst>
      <p:ext uri="{BB962C8B-B14F-4D97-AF65-F5344CB8AC3E}">
        <p14:creationId xmlns:p14="http://schemas.microsoft.com/office/powerpoint/2010/main" val="306890962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47D2C-51F4-41B3-82D1-A515721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33BA8-6D9B-4298-ADD9-62E4AB8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预期成果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FEACF-A1D4-4D77-A0A5-81F5CE51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28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一个能真正用起来的调酒网站，手机电脑都能打开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一个可检索的配方与材料库，先把内容攒厚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一套能继续扩展的账号与内容体系</a:t>
            </a:r>
          </a:p>
          <a:p xmlns:a="http://schemas.openxmlformats.org/drawingml/2006/main">
            <a:pPr marL="254000" indent="-127000">
              <a:spcAft>
                <a:spcPts val="20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一群愿意在上面交流的调酒爱好者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a48a43c9c4687"/>
          <a:srcRect xmlns:a="http://schemas.openxmlformats.org/drawingml/2006/main" l="0" t="9135" r="0" b="9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962150"/>
            <a:ext cx="3962400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19A63-16B9-4927-9EBE-BA4D5A7D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9AB42-1199-485C-909D-1E266B1F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先把一杯酒调出来，再谈别的。</a:t>
            </a:r>
          </a:p>
        </p:txBody>
      </p:sp>
    </p:spTree>
    <p:extLst>
      <p:ext uri="{BB962C8B-B14F-4D97-AF65-F5344CB8AC3E}">
        <p14:creationId xmlns:p14="http://schemas.microsoft.com/office/powerpoint/2010/main" val="2018943400"/>
      </p:ext>
    </p:extLst>
  </p:cSld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2026-09-21T13:42:15.1440000Z</dcterms:created>
  <dcterms:modified xsi:type="dcterms:W3CDTF">2026-09-21T13:42:15.1440000Z</dcterms:modified>
</coreProperties>
</file>