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7924f9c2904d31" /><Relationship Type="http://schemas.openxmlformats.org/officeDocument/2006/relationships/extended-properties" Target="/docProps/app.xml" Id="Rc3d13010bb544ac5" /><Relationship Type="http://schemas.openxmlformats.org/officeDocument/2006/relationships/officeDocument" Target="/ppt/presentation.xml" Id="Rc0afe2e8f928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0fa42f37944a9e"/>
  </p:sldMasterIdLst>
  <p:notesMasterIdLst>
    <p:notesMasterId xmlns:r="http://schemas.openxmlformats.org/officeDocument/2006/relationships" r:id="R1472cb6f25aa4b3f"/>
  </p:notesMasterIdLst>
  <p:sldIdLst>
    <p:sldId xmlns:r="http://schemas.openxmlformats.org/officeDocument/2006/relationships" id="256" r:id="R037c042a2a9749b0"/>
    <p:sldId xmlns:r="http://schemas.openxmlformats.org/officeDocument/2006/relationships" id="257" r:id="Rc332bceef72140b4"/>
    <p:sldId xmlns:r="http://schemas.openxmlformats.org/officeDocument/2006/relationships" id="258" r:id="R59bba842a35241a6"/>
    <p:sldId xmlns:r="http://schemas.openxmlformats.org/officeDocument/2006/relationships" id="259" r:id="R96a71dbc153e4fbf"/>
    <p:sldId xmlns:r="http://schemas.openxmlformats.org/officeDocument/2006/relationships" id="260" r:id="R51771971a5c24cd1"/>
    <p:sldId xmlns:r="http://schemas.openxmlformats.org/officeDocument/2006/relationships" id="261" r:id="R338fd5fff2f840cd"/>
    <p:sldId xmlns:r="http://schemas.openxmlformats.org/officeDocument/2006/relationships" id="262" r:id="R5866d7a0902f4503"/>
    <p:sldId xmlns:r="http://schemas.openxmlformats.org/officeDocument/2006/relationships" id="263" r:id="Reaef25cd59574501"/>
    <p:sldId xmlns:r="http://schemas.openxmlformats.org/officeDocument/2006/relationships" id="264" r:id="Rbe79a8b8a7994943"/>
    <p:sldId xmlns:r="http://schemas.openxmlformats.org/officeDocument/2006/relationships" id="265" r:id="Rda4289ebd4924ba1"/>
    <p:sldId xmlns:r="http://schemas.openxmlformats.org/officeDocument/2006/relationships" id="266" r:id="R3f499134c53d44d4"/>
    <p:sldId xmlns:r="http://schemas.openxmlformats.org/officeDocument/2006/relationships" id="267" r:id="R43de3119eea145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273951d2614c29" /><Relationship Type="http://schemas.openxmlformats.org/officeDocument/2006/relationships/slideMaster" Target="/ppt/slideMasters/slideMaster1.xml" Id="Reb0fa42f37944a9e" /><Relationship Type="http://schemas.openxmlformats.org/officeDocument/2006/relationships/notesMaster" Target="/ppt/notesMasters/notesMaster1.xml" Id="R1472cb6f25aa4b3f" /><Relationship Type="http://schemas.openxmlformats.org/officeDocument/2006/relationships/presProps" Target="/ppt/presProps.xml" Id="Radf4dbdd90434ecd" /><Relationship Type="http://schemas.openxmlformats.org/officeDocument/2006/relationships/tableStyles" Target="/ppt/tableStyles.xml" Id="Rd729438d2db34cc9" /><Relationship Type="http://schemas.openxmlformats.org/officeDocument/2006/relationships/slide" Target="/ppt/slides/slide1.xml" Id="R037c042a2a9749b0" /><Relationship Type="http://schemas.openxmlformats.org/officeDocument/2006/relationships/slide" Target="/ppt/slides/slide2.xml" Id="Rc332bceef72140b4" /><Relationship Type="http://schemas.openxmlformats.org/officeDocument/2006/relationships/slide" Target="/ppt/slides/slide3.xml" Id="R59bba842a35241a6" /><Relationship Type="http://schemas.openxmlformats.org/officeDocument/2006/relationships/slide" Target="/ppt/slides/slide4.xml" Id="R96a71dbc153e4fbf" /><Relationship Type="http://schemas.openxmlformats.org/officeDocument/2006/relationships/slide" Target="/ppt/slides/slide5.xml" Id="R51771971a5c24cd1" /><Relationship Type="http://schemas.openxmlformats.org/officeDocument/2006/relationships/slide" Target="/ppt/slides/slide6.xml" Id="R338fd5fff2f840cd" /><Relationship Type="http://schemas.openxmlformats.org/officeDocument/2006/relationships/slide" Target="/ppt/slides/slide7.xml" Id="R5866d7a0902f4503" /><Relationship Type="http://schemas.openxmlformats.org/officeDocument/2006/relationships/slide" Target="/ppt/slides/slide8.xml" Id="Reaef25cd59574501" /><Relationship Type="http://schemas.openxmlformats.org/officeDocument/2006/relationships/slide" Target="/ppt/slides/slide9.xml" Id="Rbe79a8b8a7994943" /><Relationship Type="http://schemas.openxmlformats.org/officeDocument/2006/relationships/slide" Target="/ppt/slides/slide10.xml" Id="Rda4289ebd4924ba1" /><Relationship Type="http://schemas.openxmlformats.org/officeDocument/2006/relationships/slide" Target="/ppt/slides/slide11.xml" Id="R3f499134c53d44d4" /><Relationship Type="http://schemas.openxmlformats.org/officeDocument/2006/relationships/slide" Target="/ppt/slides/slide12.xml" Id="R43de3119eea145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51a8d1394d4a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1e47a4ea2d48e7" /><Relationship Type="http://schemas.openxmlformats.org/officeDocument/2006/relationships/notesMaster" Target="/ppt/notesMasters/notesMaster1.xml" Id="R2ccca2a3ea2c48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9b878ef9f42a1" /><Relationship Type="http://schemas.openxmlformats.org/officeDocument/2006/relationships/notesMaster" Target="/ppt/notesMasters/notesMaster1.xml" Id="R8c000b1713134e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c3250a2712456f" /><Relationship Type="http://schemas.openxmlformats.org/officeDocument/2006/relationships/notesMaster" Target="/ppt/notesMasters/notesMaster1.xml" Id="Rc3914eee076042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badbd9d24b4751" /><Relationship Type="http://schemas.openxmlformats.org/officeDocument/2006/relationships/notesMaster" Target="/ppt/notesMasters/notesMaster1.xml" Id="R94b5ac869c5140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56dc26b0504a24" /><Relationship Type="http://schemas.openxmlformats.org/officeDocument/2006/relationships/notesMaster" Target="/ppt/notesMasters/notesMaster1.xml" Id="R83c862561d8d44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0cbdd82b694a95" /><Relationship Type="http://schemas.openxmlformats.org/officeDocument/2006/relationships/notesMaster" Target="/ppt/notesMasters/notesMaster1.xml" Id="Rcf754c597e3d44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a2be5b0b1f4b3a" /><Relationship Type="http://schemas.openxmlformats.org/officeDocument/2006/relationships/notesMaster" Target="/ppt/notesMasters/notesMaster1.xml" Id="Rb6f23c5ed46e48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ba29c173224f61" /><Relationship Type="http://schemas.openxmlformats.org/officeDocument/2006/relationships/notesMaster" Target="/ppt/notesMasters/notesMaster1.xml" Id="Rca8844cf6af546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dab104f89c475b" /><Relationship Type="http://schemas.openxmlformats.org/officeDocument/2006/relationships/notesMaster" Target="/ppt/notesMasters/notesMaster1.xml" Id="R2d56dcefba104a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d277520db048c6" /><Relationship Type="http://schemas.openxmlformats.org/officeDocument/2006/relationships/notesMaster" Target="/ppt/notesMasters/notesMaster1.xml" Id="R46cb5e5ca4df42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cc3a3aa48948fa" /><Relationship Type="http://schemas.openxmlformats.org/officeDocument/2006/relationships/notesMaster" Target="/ppt/notesMasters/notesMaster1.xml" Id="Rdeef0d98c9b44f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d30c31f7c44587" /><Relationship Type="http://schemas.openxmlformats.org/officeDocument/2006/relationships/notesMaster" Target="/ppt/notesMasters/notesMaster1.xml" Id="Rf1756d36af6e4e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封面图片来自公开鸡尾酒数据库 TheCocktailDB（尼格罗尼）。数据来源：项目自身统计数据，2026-09。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图片来自 TheCocktailDB（Old Fashioned）。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流程图用原生形状绘制，可在 PowerPoint 里直接编辑。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图片来自 TheCocktailDB（Mojito）。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技术栈按实际使用情况整理，无第三方统计来源。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表结构与示例取自 cloud/sql/01-schema.sql 与线上数据。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三条原理分别对应项目中的密码存储、跨域故障与静态资源缓存处理。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分别对应 imageThumb 字段缺失与本地/云端数据不同步两个真实故障。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阶段划分依据 Git 提交记录，共 36 次提交。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数字为 2026-09-18 统计：配方 144（经典 135 + 特调 9）、材料 193、配图 110、数据库表 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管理后台八个页签对应功能，均已在线上可用。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图片来自 TheCocktailDB（Aperol Spritz）。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6781badb8041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2c627a0fd44607" /><Relationship Type="http://schemas.openxmlformats.org/officeDocument/2006/relationships/slideLayout" Target="/ppt/slideLayouts/slideLayout1.xml" Id="Re63f60e78cca46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3f60e78cca46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31a1e01ae44ff" /><Relationship Type="http://schemas.openxmlformats.org/officeDocument/2006/relationships/image" Target="/ppt/media/image.jpeg" Id="R8582e48389d946d2" /><Relationship Type="http://schemas.openxmlformats.org/officeDocument/2006/relationships/notesSlide" Target="/ppt/notesSlides/notesSlide1.xml" Id="R50565b0cef6247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6fad9c02c4527" /><Relationship Type="http://schemas.openxmlformats.org/officeDocument/2006/relationships/image" Target="/ppt/media/image2.jpeg" Id="Re8cbc3e7601547c6" /><Relationship Type="http://schemas.openxmlformats.org/officeDocument/2006/relationships/notesSlide" Target="/ppt/notesSlides/notesSlide2.xml" Id="R4a4fbf9ade924d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734d8ccfe44eb" /><Relationship Type="http://schemas.openxmlformats.org/officeDocument/2006/relationships/notesSlide" Target="/ppt/notesSlides/notesSlide3.xml" Id="R572ee5dc73004b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0ae5b110c40a7" /><Relationship Type="http://schemas.openxmlformats.org/officeDocument/2006/relationships/image" Target="/ppt/media/image3.jpeg" Id="R45715f1f378b47ba" /><Relationship Type="http://schemas.openxmlformats.org/officeDocument/2006/relationships/notesSlide" Target="/ppt/notesSlides/notesSlide4.xml" Id="R3d969e4c294146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08f780ea94402" /><Relationship Type="http://schemas.openxmlformats.org/officeDocument/2006/relationships/notesSlide" Target="/ppt/notesSlides/notesSlide5.xml" Id="R621bb5e7a4a24c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814f6f483450a" /><Relationship Type="http://schemas.openxmlformats.org/officeDocument/2006/relationships/notesSlide" Target="/ppt/notesSlides/notesSlide6.xml" Id="R570f26c701d546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f9c3d9f4b4e24" /><Relationship Type="http://schemas.openxmlformats.org/officeDocument/2006/relationships/notesSlide" Target="/ppt/notesSlides/notesSlide7.xml" Id="Rdc40b0d208f34a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a12a2a4a4428c" /><Relationship Type="http://schemas.openxmlformats.org/officeDocument/2006/relationships/notesSlide" Target="/ppt/notesSlides/notesSlide8.xml" Id="Rd791e575035647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f34c5b38349e4" /><Relationship Type="http://schemas.openxmlformats.org/officeDocument/2006/relationships/notesSlide" Target="/ppt/notesSlides/notesSlide9.xml" Id="Rbd1a531c76ed45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40aff53604e08" /><Relationship Type="http://schemas.openxmlformats.org/officeDocument/2006/relationships/image" Target="/ppt/media/image4.jpeg" Id="R32cab40e9c224c18" /><Relationship Type="http://schemas.openxmlformats.org/officeDocument/2006/relationships/notesSlide" Target="/ppt/notesSlides/notesSlide10.xml" Id="R54c7a1447e6148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c467398294117" /><Relationship Type="http://schemas.openxmlformats.org/officeDocument/2006/relationships/notesSlide" Target="/ppt/notesSlides/notesSlide11.xml" Id="R067fe5b32c7e40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4115d07b04dcc" /><Relationship Type="http://schemas.openxmlformats.org/officeDocument/2006/relationships/image" Target="/ppt/media/image5.jpeg" Id="R30e1d1ede1884745" /><Relationship Type="http://schemas.openxmlformats.org/officeDocument/2006/relationships/notesSlide" Target="/ppt/notesSlides/notesSlide12.xml" Id="Re4a6dd021e1149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2e48389d946d2"/>
          <a:srcRect xmlns:a="http://schemas.openxmlformats.org/drawingml/2006/main" l="9028" t="0" r="90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29FC6-C1C5-456C-9CE9-93AB24C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9525">
            <a:solidFill>
              <a:srgbClr val="E0A9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D2E65-4F27-43F0-A1CE-AE4AA3B2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个人项目 · 2026 年 9 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B0DA6-EB94-405B-8AC3-F4C72CBE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49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49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鸡尾酒法典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748B1-289F-489D-9423-8E27D444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8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一个帮你决定「今晚喝什么」的调酒网站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ED07C-71AB-4E36-8AE5-3580F13D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9525">
            <a:solidFill>
              <a:srgbClr val="E0A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FBEB7-37D8-4C63-A472-9ADFA8CF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从零到上线的完整过程</a:t>
            </a:r>
          </a:p>
        </p:txBody>
      </p:sp>
    </p:spTree>
    <p:extLst>
      <p:ext uri="{BB962C8B-B14F-4D97-AF65-F5344CB8AC3E}">
        <p14:creationId xmlns:p14="http://schemas.microsoft.com/office/powerpoint/2010/main" val="1783488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1E204-FA7E-4705-AA1C-C206C9E1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为什么做这个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3059E-3955-4174-823E-C5AE8CDD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它解决三个具体的问题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A5B2A-D0E9-488C-B3A0-244CBB9A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90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50000"/>
              </a:lnSpc>
              <a:spcAft>
                <a:spcPts val="2000"/>
              </a:spcAft>
              <a:buNone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不知道调什么。配方散落在视频和书里，想调的时候找不到。</a:t>
            </a:r>
          </a:p>
          <a:p xmlns:a="http://schemas.openxmlformats.org/drawingml/2006/main">
            <a:pPr marL="254000" indent="-127000">
              <a:lnSpc>
                <a:spcPct val="150000"/>
              </a:lnSpc>
              <a:spcAft>
                <a:spcPts val="2000"/>
              </a:spcAft>
              <a:buNone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买了酒用不完。一瓶利口酒用两三次就闲置，不知道还能配什么。</a:t>
            </a:r>
          </a:p>
          <a:p xmlns:a="http://schemas.openxmlformats.org/drawingml/2006/main">
            <a:pPr marL="254000" indent="-127000">
              <a:lnSpc>
                <a:spcPct val="150000"/>
              </a:lnSpc>
              <a:spcAft>
                <a:spcPts val="2000"/>
              </a:spcAft>
              <a:buNone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不敢改配方。经典比例很讲究，凭感觉调容易翻车。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79C7F-7BEA-4DAD-9550-956FCC11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A82FF-DD3D-4BE2-B33E-4A3768D4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一句话概括：配方库、按材料找酒、可以互相问问题的地方。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bc3e7601547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1676400"/>
            <a:ext cx="4419600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618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9BCCF-2F45-4B01-932C-12130BE8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底层原理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7E73A-C186-4BB3-B641-6DF08EE4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一个网站的三个部分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4C703-B8BF-497F-BA2B-707C5C2B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952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BC2DA-67D8-4D7D-BF19-08B913FE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浏览器（前端）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CAD84-244B-4627-839B-AB66CD58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显示画面，接收你的点击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F0DCC-7EAF-4C03-B695-40359DEE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385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9DF33-C88F-4542-A729-AFD116D4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2952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7C7AF-251C-4397-ABE0-F54DD4EF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云函数（后端）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2180C-36CB-4212-8451-2148329E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433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核对身份，读写数据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BB087-0D64-4DEF-8407-AFB1224E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385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A4782-1B17-44B1-83EC-6F21BB83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2952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10269-7852-4050-B1FF-7F1A660C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12953-7957-4D6F-BC49-8410E905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存放配方、账号、帖子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1A929-9B2F-43B1-B377-833462CB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浏览器不能直接连数据库。所有读写都要经过云函数，这样密码和权限才守得住。</a:t>
            </a:r>
          </a:p>
        </p:txBody>
      </p:sp>
    </p:spTree>
    <p:extLst>
      <p:ext uri="{BB962C8B-B14F-4D97-AF65-F5344CB8AC3E}">
        <p14:creationId xmlns:p14="http://schemas.microsoft.com/office/powerpoint/2010/main" val="2082427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D424B-C8A1-4EC5-82F9-F317C44A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1EBDC-43B0-4225-ABC8-D4BFE884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打开首页的那一秒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9DB9F-B725-4D48-8FAA-9773F9E3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286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浏览器把页面和三个 JS 文件下载下来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先用本地缓存把画面立刻画出来，不让你盯着白屏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同时向云函数发一个请求，要全部数据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云函数核对身份，再从数据库里读出内容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数据返回，画面换成最新状态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15f1f378b47ba"/>
          <a:srcRect xmlns:a="http://schemas.openxmlformats.org/drawingml/2006/main" l="0" t="4327" r="0" b="43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1866900"/>
            <a:ext cx="3962400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FA4D2-02B9-48C4-8716-280B0D6C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769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先缓存、后云端，所以网络慢也不卡。</a:t>
            </a:r>
          </a:p>
        </p:txBody>
      </p:sp>
    </p:spTree>
    <p:extLst>
      <p:ext uri="{BB962C8B-B14F-4D97-AF65-F5344CB8AC3E}">
        <p14:creationId xmlns:p14="http://schemas.microsoft.com/office/powerpoint/2010/main" val="1419014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F0B2A-250F-4AF6-A759-3FB81EC6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技术栈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6D2F6-B67D-4499-91B6-38A6B1F8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用的技术，以及为什么选它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7716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0488"/>
                <a:gridCol w="3462528"/>
                <a:gridCol w="4977384"/>
              </a:tblGrid>
              <a:tr h="5442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用了什么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</a:t>
                      </a:r>
                    </a:p>
                  </a:txBody>
                  <a:tcPr marL="91440" marR="91440" marT="45720" marB="45720"/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网页界面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 HTML、CSS、JavaScript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不用框架，文件少，改起来直观</a:t>
                      </a:r>
                    </a:p>
                  </a:txBody>
                  <a:tcPr marL="91440" marR="91440" marT="45720" marB="45720"/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腾讯云开发云函数（Node.js）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不用自己买服务器、配环境</a:t>
                      </a:r>
                    </a:p>
                  </a:txBody>
                  <a:tcPr marL="91440" marR="91440" marT="45720" marB="45720"/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PostgreSQL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老牌关系型数据库，存表格数据最稳</a:t>
                      </a:r>
                    </a:p>
                  </a:txBody>
                  <a:tcPr marL="91440" marR="91440" marT="45720" marB="45720"/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网页托管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腾讯云静态托管 + GitHub Pages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两个地址互为备份</a:t>
                      </a:r>
                    </a:p>
                  </a:txBody>
                  <a:tcPr marL="91440" marR="91440" marT="45720" marB="45720"/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邮箱验证码 + scrypt 加密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数据库里看不到明文密码</a:t>
                      </a:r>
                    </a:p>
                  </a:txBody>
                  <a:tcPr marL="91440" marR="91440" marT="45720" marB="45720"/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发验证码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QQ 邮箱 SMTP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个人就能做，不花钱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989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F0B8B-EF10-47E4-8AA6-DC691DBD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6CAA9-3067-44AA-BA74-D90028F8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数据存在九张表里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88D8F-41CF-4683-8D11-E7F235C8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users 账号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sessions 登录状态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recipes 配方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ingredients 材料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comments 评论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posts 帖子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reports 勘误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settings 站点设置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verify_codes 验证码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0" y="2247900"/>
          <a:ext xmlns:a="http://schemas.openxmlformats.org/drawingml/2006/main" cx="579120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81559"/>
                <a:gridCol w="1177871"/>
                <a:gridCol w="1079715"/>
                <a:gridCol w="2552054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tags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items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negroni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尼格罗尼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苦、草本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金酒 30ml、金巴利 30ml、甜味美思 30ml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59982-8D55-493C-9E60-25781858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57600"/>
            <a:ext cx="579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一条配方只占一行。材料和步骤以 JSON 的形式存在同一个格子里，读取简单，也不用为材料清单单独建表。</a:t>
            </a:r>
          </a:p>
        </p:txBody>
      </p:sp>
    </p:spTree>
    <p:extLst>
      <p:ext uri="{BB962C8B-B14F-4D97-AF65-F5344CB8AC3E}">
        <p14:creationId xmlns:p14="http://schemas.microsoft.com/office/powerpoint/2010/main" val="4082519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7030B-B5A0-4D98-B53E-65AC1734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6C159-3DD7-4E50-A7AE-BB268D32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三个必须懂的原理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2B690-8DEC-4ABD-B575-C5F5BAA1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9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密码只存哈希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11D45-48A0-4D6B-83E7-33E00987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哈希算得出来，反不回去。每个账号再配一份随机盐，同一个密码两次算出的结果也不同。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57F73-FBB6-4225-A543-3C708CC0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scrypt 算法，128 位十六进制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EDC7A-A81C-4740-A0A6-E21708A7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9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跨域需要许可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35D4-1468-4235-86FD-4FFFBB76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网页和接口在不同域名时，接口必须写明允许谁访问；两边都写，浏览器会当成非法值拒绝。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59663-1292-4662-8A67-39D740BF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76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Access-Control-Allow-Origin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F2139-26C8-4240-9E26-3A7F745D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9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版本号破缓存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ECFAD-3C60-4D73-969E-E1C9F296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289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浏览器会留着旧的 JS 文件。在文件地址后加一个版本号，数字一变就重新下载。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E2B0F-5C49-4089-A51B-5FC14A42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?v=20，从 1 涨到 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F3325-661B-42B1-9E12-5371BBDB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D59B0-BF03-40EA-97D3-090A1FD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这三条都不是理论，分别是密码存储、跨域故障和缓存处理上踩出来的。</a:t>
            </a:r>
          </a:p>
        </p:txBody>
      </p:sp>
    </p:spTree>
    <p:extLst>
      <p:ext uri="{BB962C8B-B14F-4D97-AF65-F5344CB8AC3E}">
        <p14:creationId xmlns:p14="http://schemas.microsoft.com/office/powerpoint/2010/main" val="321111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B7306-A7FD-405F-8099-B8DB2FE1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排错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7AF06-ACF7-4A66-9CAB-E0E1287E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两个改完才明白的坑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6571F-70B0-442A-A5DD-04A3D12A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103D3-E3EB-40E1-B0DC-DA2F3281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2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8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图片闪一下变回 emoji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2AEFB-A821-47FF-9611-BC74291B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229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35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界面卡片读的是「缩略图」字段。从云端取回数据时少走了一道整理工序，这个字段没被补上，于是全部退化成 emoji。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1DC1D-D33D-4FDA-9621-C05FA44D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2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9E46D-58D0-4F03-952A-62C24DE8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62200"/>
            <a:ext cx="422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8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后台改完，刷新就打回原形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8F1B4-EDBB-4EFC-B24A-AB9A87F7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4229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35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那次改动只写进了浏览器缓存，没有发给云函数，数据库里根本没变。下次取数据自然又把它覆盖回去。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2A171-2F13-44D1-BCEC-35E4391F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两件事都不是功能写错，而是对规则理解不够。查根因比绕过问题更重要。</a:t>
            </a:r>
          </a:p>
        </p:txBody>
      </p:sp>
    </p:spTree>
    <p:extLst>
      <p:ext uri="{BB962C8B-B14F-4D97-AF65-F5344CB8AC3E}">
        <p14:creationId xmlns:p14="http://schemas.microsoft.com/office/powerpoint/2010/main" val="300566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EFAC8-6EE1-4EC4-A06A-7B98D601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96A66-E3F0-458A-B42D-DCE4972E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五个阶段，三十六次改动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FC367-1A24-414C-819B-18EB40F0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F1D30-51AC-4A95-84C0-EC665C8C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BFD2B-2320-4E40-9FFF-D9C58FCE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82E67-63A8-422D-B1A6-BCE2C68F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先做一个能看配方、能按材料找酒的网页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536A4-4458-4846-86EF-AA394F51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5EFF5-9F02-47E3-8E33-A19AB17D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86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内容与体验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576C1-DEE0-439E-A7A3-89C101C3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766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配方扩充、配图、标签体系、手机适配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D2F2E-07EF-4C0C-A5E2-C2C75F38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F91EB-8FC4-493B-94BC-90423586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上云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23994-AAE8-4018-9763-BB00B4DF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766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建表、写云函数、把数据搬到云端共享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66B4C-5C24-49BB-8867-C1ADD293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40E67-54A8-4FBB-8235-BF4522FC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账号体系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86051-D4C3-4C8D-B6B4-F5B512CD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邮箱验证码登录、管理员权限与后台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29F54-22F7-4006-808C-AC7157D2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94A"/>
          </a:solidFill>
          <a:ln xmlns:a="http://schemas.openxmlformats.org/drawingml/2006/main" w="0">
            <a:solidFill>
              <a:srgbClr val="E0A9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0861E-B582-4493-8737-1DBAC8A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上线收尾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2B0CE-E43D-41BB-A5F6-56874363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  <a:def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静态托管、跨域修复、内容补齐与备份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8B09A-EE9C-4DCB-80FE-ED0A9848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0C115-9427-4D0E-8FB0-DF5997F1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配方从最初 31 款、材料 83 种，长到现在的 144 款、193 种。</a:t>
            </a:r>
          </a:p>
        </p:txBody>
      </p:sp>
    </p:spTree>
    <p:extLst>
      <p:ext uri="{BB962C8B-B14F-4D97-AF65-F5344CB8AC3E}">
        <p14:creationId xmlns:p14="http://schemas.microsoft.com/office/powerpoint/2010/main" val="6500524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DDEE6-3D8E-4717-9034-E75BB8E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85387-CF58-4C5F-B582-41EB4CD0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现在是什么样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B8421-52BF-49D2-BD07-D92817C8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40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40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144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D86AE-5A54-4519-B22B-5E84A67E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款配方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C0C6A-E49B-4F11-83EF-FC5BD1EC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812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40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40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193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575B1-E93A-4127-AC8A-39E8A590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种材料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9593D-CC1B-4037-A112-FA26D70A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812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40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40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110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13D05-D52C-432D-AE4B-7944549C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张配图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1043D-B2C1-451D-B231-482F408E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3812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40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defRPr>
            </a:pPr>
            <a:r>
              <a:rPr sz="4050" b="1">
                <a:solidFill>
                  <a:srgbClr val="E0A94A"/>
                </a:solidFill>
                <a:latin typeface="Noto Serif SC"/>
                <a:ea typeface="Noto Serif SC"/>
                <a:cs typeface="Noto Serif SC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0929D-DF43-48BD-B89B-32265A2B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05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A79E92"/>
                </a:solidFill>
                <a:latin typeface="Microsoft YaHei"/>
                <a:ea typeface="Microsoft YaHei"/>
                <a:cs typeface="Microsoft YaHei"/>
              </a:rPr>
              <a:t>张数据表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02549-78B7-4C03-BD85-4B57F8C2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70000"/>
              </a:lnSpc>
              <a:buNone/>
              <a:def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另外还有约 25 个后端接口，覆盖注册登录、发帖评论、配方管理、内容审核与数据备份。手机和电脑都能用，两个网址互为备份。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ab40e9c224c18"/>
          <a:srcRect xmlns:a="http://schemas.openxmlformats.org/drawingml/2006/main" l="0" t="1923" r="0" b="19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1866900"/>
            <a:ext cx="3962400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190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97ECF-9D37-438B-9B3E-B928B421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2BB69-7158-4EE5-9743-C38372B9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日常维护不用写代码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08500"/>
                <a:gridCol w="6311900"/>
              </a:tblGrid>
              <a:tr h="4524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想做什么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0A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在哪做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加材料、改材料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管理后台 → 材料管理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给某款酒换图片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管理后台 → 配方管理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审核用户发来的帖子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管理后台 → 帖子审核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删掉不合适的评论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管理后台 → 评论管理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处理用户报的错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管理后台 → 勘误处理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改站名、标语、权限开关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管理后台 → 站点设置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2EDE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备份数据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A79E9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管理后台 → 数据备份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8323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E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FBD36-78C0-4D85-A3C0-B18C1F90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063AB-7E9A-4668-BBFC-C76805D8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defRPr>
            </a:pPr>
            <a:r>
              <a:rPr sz="3000" b="1">
                <a:solidFill>
                  <a:srgbClr val="F2EDE5"/>
                </a:solidFill>
                <a:latin typeface="Noto Serif SC"/>
                <a:ea typeface="Noto Serif SC"/>
                <a:cs typeface="Noto Serif SC"/>
              </a:rPr>
              <a:t>接下来可以做的三件事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19BE2-C2CB-4635-8BDA-B2518CDE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28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2200"/>
              </a:spcAft>
              <a:buChar char="•"/>
              <a:defRPr sz="15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给剩下 34 款配方配上图片</a:t>
            </a:r>
          </a:p>
          <a:p xmlns:a="http://schemas.openxmlformats.org/drawingml/2006/main">
            <a:pPr marL="254000" indent="-127000">
              <a:spcAft>
                <a:spcPts val="2200"/>
              </a:spcAft>
              <a:buChar char="•"/>
              <a:defRPr sz="15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补一份用户协议和隐私政策</a:t>
            </a:r>
          </a:p>
          <a:p xmlns:a="http://schemas.openxmlformats.org/drawingml/2006/main">
            <a:pPr marL="254000" indent="-127000">
              <a:spcAft>
                <a:spcPts val="2200"/>
              </a:spcAft>
              <a:buChar char="•"/>
              <a:defRPr sz="15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2EDE5"/>
                </a:solidFill>
                <a:latin typeface="Microsoft YaHei"/>
                <a:ea typeface="Microsoft YaHei"/>
                <a:cs typeface="Microsoft YaHei"/>
              </a:rPr>
              <a:t>绑定自己的域名，需要先做备案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1d1ede1884745"/>
          <a:srcRect xmlns:a="http://schemas.openxmlformats.org/drawingml/2006/main" l="0" t="9135" r="0" b="9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1962150"/>
            <a:ext cx="3962400" cy="3238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90FE6-1B7A-4768-A432-124374DA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2924"/>
          </a:solidFill>
          <a:ln xmlns:a="http://schemas.openxmlformats.org/drawingml/2006/main" w="9525">
            <a:solidFill>
              <a:srgbClr val="2E29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950A1-0F8D-463B-B2C0-55630541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0A94A"/>
                </a:solidFill>
                <a:latin typeface="Microsoft YaHei"/>
                <a:ea typeface="Microsoft YaHei"/>
                <a:cs typeface="Microsoft YaHei"/>
              </a:rPr>
              <a:t>在线访问：cocktail-d1gk02vdl123a2e05-1490357990.tcloudbaseapp.com</a:t>
            </a:r>
          </a:p>
        </p:txBody>
      </p:sp>
    </p:spTree>
    <p:extLst>
      <p:ext uri="{BB962C8B-B14F-4D97-AF65-F5344CB8AC3E}">
        <p14:creationId xmlns:p14="http://schemas.microsoft.com/office/powerpoint/2010/main" val="50161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2026-09-18T06:33:30.6310000Z</dcterms:created>
  <dcterms:modified xsi:type="dcterms:W3CDTF">2026-09-18T06:33:30.6310000Z</dcterms:modified>
</coreProperties>
</file>